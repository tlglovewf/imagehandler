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1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3" /><Relationship Type="http://schemas.openxmlformats.org/officeDocument/2006/relationships/custom-properties" Target="/docProps/custom.xml" Id="R5e8e227422d849c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slide" Target="slides/slide1.xml" Id="rId2" /><Relationship Type="http://schemas.openxmlformats.org/officeDocument/2006/relationships/slide" Target="slides/slide2.xml" Id="rId3" /><Relationship Type="http://schemas.openxmlformats.org/officeDocument/2006/relationships/slide" Target="slides/slide3.xml" Id="rId4" /><Relationship Type="http://schemas.openxmlformats.org/officeDocument/2006/relationships/slide" Target="slides/slide4.xml" Id="rId5" /><Relationship Type="http://schemas.openxmlformats.org/officeDocument/2006/relationships/slide" Target="slides/slide5.xml" Id="rId6" /><Relationship Type="http://schemas.openxmlformats.org/officeDocument/2006/relationships/slide" Target="slides/slide6.xml" Id="rId7" /><Relationship Type="http://schemas.openxmlformats.org/officeDocument/2006/relationships/slide" Target="slides/slide7.xml" Id="rId8" /><Relationship Type="http://schemas.openxmlformats.org/officeDocument/2006/relationships/slide" Target="slides/slide8.xml" Id="rId9" /><Relationship Type="http://schemas.openxmlformats.org/officeDocument/2006/relationships/slide" Target="slides/slide9.xml" Id="rId10" /><Relationship Type="http://schemas.openxmlformats.org/officeDocument/2006/relationships/slide" Target="slides/slide10.xml" Id="rId11" /><Relationship Type="http://schemas.openxmlformats.org/officeDocument/2006/relationships/slide" Target="slides/slide11.xml" Id="rId12" /><Relationship Type="http://schemas.openxmlformats.org/officeDocument/2006/relationships/slide" Target="slides/slide12.xml" Id="rId13" /><Relationship Type="http://schemas.openxmlformats.org/officeDocument/2006/relationships/slide" Target="slides/slide13.xml" Id="rId14" /><Relationship Type="http://schemas.openxmlformats.org/officeDocument/2006/relationships/slide" Target="slides/slide14.xml" Id="rId15" /><Relationship Type="http://schemas.openxmlformats.org/officeDocument/2006/relationships/slide" Target="slides/slide15.xml" Id="rId16" /><Relationship Type="http://schemas.openxmlformats.org/officeDocument/2006/relationships/slide" Target="slides/slide16.xml" Id="rId17" /><Relationship Type="http://schemas.openxmlformats.org/officeDocument/2006/relationships/slide" Target="slides/slide17.xml" Id="rId18" /><Relationship Type="http://schemas.openxmlformats.org/officeDocument/2006/relationships/slide" Target="slides/slide18.xml" Id="rId19" /><Relationship Type="http://schemas.openxmlformats.org/officeDocument/2006/relationships/slide" Target="slides/slide19.xml" Id="rId20" /><Relationship Type="http://schemas.openxmlformats.org/officeDocument/2006/relationships/slide" Target="slides/slide20.xml" Id="rId21" /><Relationship Type="http://schemas.openxmlformats.org/officeDocument/2006/relationships/notesMaster" Target="notesMasters/notesMaster1.xml" Id="rId22" /><Relationship Type="http://schemas.openxmlformats.org/officeDocument/2006/relationships/presProps" Target="presProps.xml" Id="rId23" /><Relationship Type="http://schemas.openxmlformats.org/officeDocument/2006/relationships/viewProps" Target="viewProps.xml" Id="rId24" /><Relationship Type="http://schemas.openxmlformats.org/officeDocument/2006/relationships/theme" Target="theme/theme1.xml" Id="rId25" /><Relationship Type="http://schemas.openxmlformats.org/officeDocument/2006/relationships/tableStyles" Target="tableStyles.xml" Id="rId26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../slideLayouts/slideLayout1.xml" Id="rId1" /><Relationship Type="http://schemas.openxmlformats.org/officeDocument/2006/relationships/theme" Target="../theme/theme1.xml" Id="rId2" /><Relationship Type="http://schemas.openxmlformats.org/officeDocument/2006/relationships/image" Target="/ppt/media/image.png" Id="rId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PGWMV_P-B70B_T-3_U-455559B7" descr="IPGWMV_P-B70B_T-3_U-455559B7"/>
          <p:cNvSpPr/>
          <p:nvPr userDrawn="1"/>
        </p:nvSpPr>
        <p:spPr>
          <a:xfrm>
            <a:off x="0" y="0"/>
            <a:ext cx="12192000" cy="6858000"/>
          </a:xfrm>
          <a:prstGeom prst="rect"/>
          <a:blipFill dpi="0" rotWithShape="1">
            <a:blip r:embed="rId3" cstate="print">
              <a:alphaModFix amt="10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ln>
                <a:noFill/>
              </a:ln>
              <a:noFill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9601200" y="914400"/>
            <a:ext cx="3200400" cy="32004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0"/>
            <a:ext cx="2286000" cy="22860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ImageHandler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x64 大图浏览 · 图块拼接 · 分割预览 · 3D 点云 · 流式导出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C++20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38404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 6.8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8404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libvips 8.18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384048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840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CMake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v0.1.0  |  2026.09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功能定位与核心场景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67712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0428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30428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C++20 / Qt 6 / libvips / Vulkan / CMake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7977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77977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架构总览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277977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六大模块划分与职责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5526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2552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模块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325526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共享数据模型与核心类型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694176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307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730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Imaging 模块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图像加载、拼接、检测、点云、掩模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169664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062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 模块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5488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目录扫描、流式导出、Job 解析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645152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6817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46817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&amp; UI 模块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0" y="468172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后台任务、主窗口、3D 预览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20" y="5120640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15721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1600" y="5157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模块交互关系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54880" y="5157216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依赖图与数据流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20" y="5596128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6327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71600" y="56327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关键技术细节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54880" y="563270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大图浏览、自动分割、BVH、Vulkan、原子导出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1520" y="6071616"/>
            <a:ext cx="1051560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1081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71600" y="61081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设计模式 &amp; 测试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54880" y="61081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架构模式与质量保障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项目概述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ImageHandler 是什么？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面向工业印刷与激光雕刻场景的图像浏览、拼接、分割与导出工具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大图浏览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256px 图块异步加载，LRU 缓存，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支持 BMP/PNG/JPEG/TIFF，Gray16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图块拼接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按文件名行列坐标自动对齐，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缺块白填，位深一致性校验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✂️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分割预览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8346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Otsu + 自相关周期检测，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自动识别重复图元网格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图元分组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分桶 + 逐像素校验，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抗哈希碰撞的精确分组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43891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3776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点云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2628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 实时渲染 Job 点云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与高度图，LOD 多级细节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46720" y="438912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686800" y="4526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流式导出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75320" y="5029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1-bit/8-bit BMP 流式写入，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原子提交 + 完整回滚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技术栈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核心技术选型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C++20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主语言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std::shared_ptr, concepts, char8_t,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constexpr, structured bindings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 6.8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&amp; 基础框架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Widgets, Concurrent, Test,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ShaderTools, Signal/Slot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783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libvips 8.18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图像处理引擎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延迟求值管线、区域按需读取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格式转换、 shrink/insert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渲染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SPIR-V 着色器、QVulkanWindow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点云/网格实时渲染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CMake 3.24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262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构建系统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5074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Presets、VS 2022 集成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自动部署 Qt + vips DLL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4251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MSVC 2022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2104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编译器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50749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x64 原生编译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/utf-8, NOMINMAX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架构总览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六大模块划分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分层架构：Domain → Imaging / IO → Tasks → UI → App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2103120"/>
            <a:ext cx="274320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2176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920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入口：初始化 VIPS，创建 MainWindow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个 Widget + 12 个 Shader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 Widgets 界面 + Vulkan 3D 预览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MainWindow / LargeImageView / JobPreview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PointCloud / MaskStack / LayeredExport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2004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484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对 .h/.cpp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34840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图像处理引擎核心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加载 / 拼接 / 检测 / 分组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 / 掩模 / LOD / BVH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32004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532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个源文件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5320" y="38404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文件 I/O 与导出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目录扫描 / BMP 流式写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/ Job 解析 / 分层包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292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5102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394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TaskManager.h/.cpp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5669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后台任务编排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QtConcurrent + 进度节流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协作式取消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50292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5102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34840" y="5394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个头文件 + 2 对 .h/.cpp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5669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共享数据模型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/ JobModels / PointCloudModels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MaskSliceModels / 枚举 / 智能指针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7724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852160" y="2651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↓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229600" y="502920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366760" y="5102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外部依赖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66760" y="54406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Qt6 Core/Gui/Widgets/Concurrent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libvips 8.18 (C API)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 SDK (可选)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Qt6 ShaderTools (可选)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Domain 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共享数据模型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所有模块的公共语言 —— 定义核心类型、枚举与智能指针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2468880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974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基础类型中枢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PixelKind: Binary1 / Gray8 / Gray16 / Color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ImageRegion, ImageMetadata, ImageDocument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SegmentationSettings / SegmentationResult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VipsImagePtr (shared_ptr + 自定义删除器)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CancellationToken (atomic bool)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TraversalMode: SnakeZ / ClockwiseSpiral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JobModels.h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578608"/>
            <a:ext cx="2468880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6974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文档模型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JobModel / JobCoordinate / JobPoint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JobBounds (min/max + include/center)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JobDocument (models, points, bounds,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spatialIndex, idPrefixSums, linkedCells)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JobDocumentSource 枚举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PointCloudModels.h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2578608"/>
            <a:ext cx="2468880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6974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点云数据模型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PointCloudSettings (pixelScale, height,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invertHeight, startColor, endColor)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PointCloudVertex / PointCloudTile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PointCloudDocument (LOD 层级结构)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常量: 256 采样/块, 100万/200万 点预算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MaskSliceModels.h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235440" y="2578608"/>
            <a:ext cx="2468880" cy="18288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6974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掩模切片与 3D 堆叠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MaskSliceSettings / MaskSliceRequest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MaskStackVertex (x/y/z, normal, layer)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MaskStackGeometry (vertices + indices)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MaskStackPreviewData (solid/exploded)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最大 1000 层限制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Imaging 模块 · 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图像加载与拼接引擎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基于 libvips 延迟求值管线，按需读取、零拷贝拼接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VipsSupport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libvips 生命周期管理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initialize() / shutdown()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adopt() / ref() → VipsImagePtr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toUchar() 格式转换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renderRegion() 区域渲染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支持取消 (vips eval 信号)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处理 Color/Gray8/Gray16/Binary1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BmpRegionLoader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延迟区域读取 BMP 加载器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自定义 libvips generate 回调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直接从磁盘按需读取像素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支持 1-bit / 8-bit / Gray16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Gray16 通过保留字 0x4849/0x3631 识别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返回 Status: NotBmp / Loaded /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UseGenericLoader / Error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ImageLoader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通用图像加载入口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优先尝试 BmpRegionLoader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回退到 vips_image_new_from_file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自动检测 PixelKind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isProcessable() 过滤可处理格式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MosaicBuilder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8116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图块拼接构建器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parseName() 提取行_列坐标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校验位深一致性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按列宽/行高最大值对齐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vips_insert 链式虚拟拼接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缺块白色填充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返回 MosaicBuildResult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Imaging 模块 · 中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自动分割检测与图元分组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从重复纹理到精确网格 —— 信号处理 + 哈希分组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PatternDetector — 自动周期检测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算法流程: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降采样 → Otsu 二值化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计算前景投影 (水平 + 垂直)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自相关函数寻找最佳周期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• 谐波感知峰值选择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连通分量标记 → 网格单元分组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makeGrid() 调整到整除图像尺寸的最近值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关键函数: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detect() — 全自动检测入口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makeGrid() — 自动网格 (精确整除)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makeManualGrid() — 手动网格 (向上取整)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ElementGrouping — 图元分组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策略模式 (Strategy Pattern):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ElementComparisonStrategy (抽象基类)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├─ fingerprint() → 生成指纹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└─ equivalent() → 精确比较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ExactGrayElementComparison: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SHA-256 哈希分桶 → 快速筛选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逐像素精确比较 → 避免碰撞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QCache 缓存代表图像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ElementGrouper::group():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遍历所有单元 → 哈希 → 候选匹配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精确校验 → 分配 groupID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elementGroupColor():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确定性 HSV 颜色映射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Imaging 模块 · 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点云构建与掩模处理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LOD 多级细节 + 3D 网格生成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PointCloudBuilder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 LOD 构建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rootLevelFor() 确定根 LOD 层级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build() 从完整图像构建分块文档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buildRegion() 裁剪子区域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扫描源图像获取真实 Z 极值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buildTile() 通过 vips_shrink 降采样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转换浮点、采样像素中心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PointCloudMath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高度映射与颜色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heightForNormalized()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灰度值 → 物理高度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maskLayerActive()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判断列在某层是否活跃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interpolateColor()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线性 RGB 颜色插值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axisMaximum() / physicalDimension()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轴标签格式化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MaskSliceGenerator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掩模切片分析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analyze() 扫描浮点区域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计算最大高度 → 层数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生成逐层缩略图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构建 3D 堆叠预览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analyzeStackGroup()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多元素堆叠预览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layerCount() 向上取整 + 安全限制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210312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LayeredMaskProcessor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281160" y="265176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分层掩模导出处理器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HeightRaster 高度光栅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支持缩放/旋转/画布附着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validate() 参数校验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preview() 缩略图 + 3D 预览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exportAll() 写入 1-bit BMP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activeCoverage() 最近/双线性采样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BinaryTransformSampling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Nearest / SmoothThreshold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IO 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文件读写与导出系统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流式写入、原子提交、完整回滚 —— 安全可靠的 I/O 管线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DirectoryScanner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自然排序目录扫描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QCollator 本地化比较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支持 bmp/png/tif/tiff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BmpStreamWriter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流式 BMP 逐行写入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支持 1/8/16-bit 位深保留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vips_region_prepare + 取消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PngWriter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PNG 导出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vips_pngsave 位深保留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 信号进度/取消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0" y="2103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8116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JobFileLoader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28116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自定义流式 JSON 解析器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64KB 缓冲 + 取消感知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支持 .json / .aldl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Unicode 转义 + 代理对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389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SplitExporter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846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分割导出中枢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蛇形/顺时针遍历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原子暂存 + 回滚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job.json + export-report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4389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LayeredPackageExporter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4846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分层包完整导出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per-group 目录结构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1-bit 掩模层写入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物理坐标 job.json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ExportPreflight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846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导出前预检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磁盘空间估算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目标指纹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冲突检测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44000" y="43891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8116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MaskSliceExporter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81160" y="4846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掩模切片 BMP 导出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原子暂存 + 回滚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磁盘空间检查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Tasks 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后台任务管理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QtConcurrent + 进度节流 + 协作取消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TaskManager 设计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核心机制: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start(Work lambda)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在 QtConcurrent::run 上执行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进度节流 (ProgressDispatchState)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mutex 保护合并 → QMetaObject::invokeMethod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确保 UI 线程安全交付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单任务模型 (busy_ 标志)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同一时刻只允许一个活跃任务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信号: started / progress / finished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cancelled / failed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跨线程元类型注册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所有进度类型 qRegisterMetaType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CancellationToken 协作取消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设计要点: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std::atomic&lt;bool&gt; 实现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无锁取消检查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贯穿全链路: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UI 层: 取消按钮 → token-&gt;cancel()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任务层: 定期检查 token-&gt;isCancelled()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libvips 层: eval 信号回调中检查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- I/O 层: 逐行写入时检查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CancellationTokenPtr = shared_ptr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安全跨线程传递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取消后清理: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临时文件回滚、状态重置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UI 模块 · 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主窗口与大图浏览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Qt Widgets 核心界面 —— 工作流编排与异步图块渲染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MainWindow (1015+ 行)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工作流编排中枢: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打开图片 / 打开目录 / 导入 Job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拖放支持: 图片、目录、Job 文件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多图合并 → 分割预览 → 图元分组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分层导出 → Job 点云预览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预览标签页: 图片 / Job / 点云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支持页签或左右并排布局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双向联动: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图片点击 ↔ Job 高亮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自动跳转 + 切页定位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QSettings 持久化: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窗口布局、分割参数、最近目录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LargeImageView (834 行)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6060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大图异步浏览引擎: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256px 图块渲染 + LRU 缓存 (256KB)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QtConcurrent::run 异步加载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分割网格叠加 + 遍历路径可视化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交互模式: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单击选择 / Ctrl 多选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 键追加模式 / W 键框选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双击 → 分割导出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Shift+双击 → 掩模切片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Ctrl+双击 → 图元点云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像素探测: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悬停显示灰度值 (含 Gray16 原始值)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Ctrl+点击固定灰度点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Delete 移除固定点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UI 模块 · 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 3D 预览组件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QVulkanWindow + SPIR-V 着色器 —— 实时三维可视化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JobPreviewWidget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527 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3291840" cy="18288"/>
          </a:xfrm>
          <a:prstGeom prst="rect">
            <a:avLst/>
          </a:prstGeom>
          <a:solidFill>
            <a:srgbClr val="818CF8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点云 3D 预览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QVulkanWindow 内部 Backend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组颜色渲染 + 选中高亮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LOD 标签 (Hidden/Range/Individual)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BVH 射线拾取 (queryRay)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坐标轴引导 (红X/绿Y)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轨道相机: 左键旋转/中键平移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右键缩放/WASD漫游/F聚焦/Home适配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348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PointCloudWidget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556 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560320"/>
            <a:ext cx="3291840" cy="18288"/>
          </a:xfrm>
          <a:prstGeom prst="rect">
            <a:avLst/>
          </a:prstGeom>
          <a:solidFill>
            <a:srgbClr val="818CF8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69748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高度图点云 3D 预览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LOD 分块异步加载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渐变色映射 (startColor→endColor)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物理尺寸轴标签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与 JobPreview 相同交互模型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浮点原点保证 GPU 精度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566160" cy="429768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MaskStackWidget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0704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187 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75320" y="2560320"/>
            <a:ext cx="3291840" cy="18288"/>
          </a:xfrm>
          <a:prstGeom prst="rect">
            <a:avLst/>
          </a:prstGeom>
          <a:solidFill>
            <a:srgbClr val="818CF8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69748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掩模堆叠 3D 可视化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Solid 模式 (连续高度图)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Exploded 模式 (逐层分离)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颜色渐变 + 层选择高亮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预设视角: Top/Front/Right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 轴缩放控制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模块交互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依赖关系与数据流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自上而下的调用链，自下而上的数据支撑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201168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main.cpp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274320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MainWindow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25603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3566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LargeImageView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35661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JobPreviewWidget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356616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6072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PointCloudWidget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0" y="356616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LayeredExportDialog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38912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4389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TaskManager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651760" y="4389120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5176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ImageLoader / MosaicBuilder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38912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PatternDetector / ElementGrouping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51206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5120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PointCloudBuilder / MaskSliceGen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23360" y="5120640"/>
            <a:ext cx="365760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23360" y="5120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SplitExporter / LayeredPkgExporter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5120640"/>
            <a:ext cx="34747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55280" y="5120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JobFileLoader / BmpStreamWriter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0" y="5852160"/>
            <a:ext cx="6675120" cy="457200"/>
          </a:xfrm>
          <a:prstGeom prst="roundRect">
            <a:avLst>
              <a:gd name="adj" fmla="val 24000"/>
            </a:avLst>
          </a:prstGeom>
          <a:solidFill>
            <a:srgbClr val="0F172A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0" y="5852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Models (共享数据层)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44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入口层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编排层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界面层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" y="4389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服务层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" y="5120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引擎层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" y="5852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模型层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关键技术 · 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大图异步浏览机制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256px 图块 + LRU 缓存 + libvips 延迟求值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渲染管线: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① 视口变化 → 计算可见图块集合 (256px × 256px)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② 检查 LRU 缓存 (256KB 上限) → 命中则直接绘制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③ 未命中 → QtConcurrent::run 异步加载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④ libvips 管线: vips_crop → vips_resize → toUchar → QImage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⑤ BmpRegionLoader: 自定义 generate 回调直接从磁盘读取 BMP 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⑥ 加载完成 → 插入缓存 → 触发 repaint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关键设计: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延迟求值 (Lazy Evaluation)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libvips 构建管线但不立即执行，只在需要像素时触发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BmpRegionLoader 的 generate 回调每次只读取所需区域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Gray16 特殊支持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自定义 BMP 保留字标识 (0x4849 / 0x3631) → 16-bit 灰度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toUchar() 支持 unsigned-16 归一化 → 正确渲染高位深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取消机制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vips "eval" 信号回调中检查 CancellationToken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用户切换图像时自动取消前一个加载任务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关键技术 · 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自动分割检测算法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Otsu 二值化 + 自相关周期检测 + 连通分量标记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算法流水线: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1: 降采样 → 减少计算量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2: Otsu 二值化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自动计算最优阈值，分离前景与背景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最大化类间方差 σ²B = ω₀ω₁(μ₀ - μ₁)²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3: 前景投影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水平投影: Pₕ(y) = Σ foreground(x, y)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垂直投影: Pᵥ(x) = Σ foreground(x, y)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4: 自相关周期检测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R(k) = Σ P(i) · P(i+k) / 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寻找自相关函数的第一个显著峰值 → 基本周期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谐波感知: 优先选择基频而非倍频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5: 网格校准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makeGrid(): 调整到最接近的、能整除图像尺寸的宽高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makeManualGrid(): 向上取整，计算余量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Step 6: 连通分量标记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按网格晶胞分组连通区域 → 生成 SegmentationResult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关键技术 · 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BVH 空间索引 &amp; Vulkan 3D 渲染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百万级点的实时拾取与渲染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BVH 空间索引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JobSpatialIndex 设计: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构建: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中位数分割 (longest axis)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叶节点容量: 32 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递归二分 → 平衡二叉树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射线拾取 queryRay():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优先队列遍历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角度半径内的最近点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O(log n) 平均复杂度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视锥裁剪 queryVisible():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8 角测试 vs view-projection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只返回可见点 → 减少 GPU 负载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浮点原点: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JobCoordinate.relativeTo()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以 bounds 中心为浮动原点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保证 GPU float 精度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Vulkan 渲染管线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QVulkanWindow + SPIR-V: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着色器 (12 个 GLSL 文件):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job_points.vert/frag — 点渲染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job_lines.vert/frag — 引导线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cloud_points.vert/frag — 点云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cloud_lines.vert/frag — 轴线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mask_stack.vert/frag — 堆叠面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mask_stack_lines.vert/frag — 边线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编译流程: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GLSL → Qt6::qsb → .qsb 包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→ spirv 1.0 → .spv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嵌入 Qt Resource 系统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条件编译: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IMAGE_HANDLER_HAS_VULKAN_PREVIEW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无 Vulkan SDK 时自动降级为占位页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关键技术 · ④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流式导出与原子提交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零拷贝写入 + 暂存-提交-回滚 安全模型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4712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94560"/>
            <a:ext cx="10881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流式 BMP 写入 (BmpStreamWriter):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逐行调用 vips_region_prepare 获取像素数据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直接写入文件流，不缓存整图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支持 1-bit / 8-bit / 16-bit 位深保留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RowProgress 回调支持取消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原子提交模型: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① 创建临时目录 → 写入所有 BMP 文件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② 逐文件检查完整性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③ 全部成功 → rename 到目标位置 (原子操作)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④ 任何失败 → 删除临时目录 (完整回滚)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⑤ QSaveFile 用于单文件原子写入 (merged export)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导出前预检 (ExportPreflight):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精确估算 BMP 文件大小 (含余量块的对齐计算)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检查目标磁盘可用空间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SHA-256 目标目录指纹 → 检测已有内容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存在受管目标时必须明确勾选覆盖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分层包导出 (LayeredPackageExporter):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per-group 目录: 每个唯一图元一个目录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1-bit 分层掩模: 从 1.bmp 开始编号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job.json: 物理坐标 + place.id 复用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• export-report.json: 完整导出元数据 (schema v3)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设计模式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架构模式总结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种核心设计模式的应用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ElementComparisonStrategy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可扩展的图元比较策略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RAII / Smart Ptr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VipsImagePtr, CancellationToken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487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自定义删除器的资源管理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Lazy Evaluation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BmpRegionLoader, libvips 管线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按需读取，零拷贝延迟求值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0175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 Commit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 Exporter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401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暂存-提交-回滚安全模型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 Signal/Slot, TaskManager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43159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跨线程事件驱动通信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3977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5039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PointCloud, JobLabelLod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43159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多级细节，按距离切换精度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BVH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JobSpatialIndex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230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空间索引，高效射线拾取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8463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46520" y="4892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Pimpl / #ifdef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03920" y="4892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Vulkan Widgets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5230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条件编译隔离可选依赖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7607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" y="5806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Cooperative Cancel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5176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CancellationToken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6144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全链路协作式取消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5760720"/>
            <a:ext cx="5577840" cy="777240"/>
          </a:xfrm>
          <a:prstGeom prst="roundRect">
            <a:avLst>
              <a:gd name="adj" fmla="val 1411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46520" y="5806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Floating Origin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03920" y="5806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JobCoordinate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46520" y="6144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浮点原点保证 GPU 精度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测试与总结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质量保障体系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个测试 target，60+ 测试用例，覆盖核心算法到 UI 集成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76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ImageHandlerTests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TestCore.cpp  |  1503 行  |  40+ cases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自然排序、遍历、BMP 位深、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区域像素、Gray16、模式检测、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点云坐标/LOD/预算、掩模分析、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拼接、导出预检、分层包、分组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2176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JobDataTests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4505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TestJob.cpp  |  302 行  |  13 cases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JSON/ALDL 解析、转义处理、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取消、坐标匹配、标签 LOD、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射线查询、轨道相机、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百万点性能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176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LargeImageViewTests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4505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TestLargeImageView.cpp  |  619 行  |  7 cases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边缘图块裁剪、失败重试、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单元选择/遍历、多选、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框选、Gray16 像素探测、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固定灰度点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210312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21762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MainWindowTests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35440" y="24505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TestMainWindow.cpp  |  302 行  |  15+ cases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235440" y="27432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初始化、列表模式、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联动、分组按钮、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设置持久化、拖放排序、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预检覆盖、点云控制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212080"/>
            <a:ext cx="11247120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5285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项目总结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ImageHandler 是一个面向工业场景的专业图像工具，通过 C++20 + Qt 6 + libvips + Vulkan 技术栈，实现了大图异步浏览、自动周期检测分割、SHA-256 图元分组、BVH 空间索引、Vulkan 3D 点云渲染、流式 BMP 导出和原子提交回滚等核心能力。六大模块分层清晰，10 种设计模式贯穿始终，60+ 测试用例保障质量。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ImageHandler 项目介绍</dc:title>
  <dc:subject>PptxGenJS Presentation</dc:subject>
  <dc:creator>ImageHandler Team</dc:creator>
  <cp:lastModifiedBy>ImageHandler Team</cp:lastModifiedBy>
  <cp:revision>1</cp:revision>
  <dcterms:created xsi:type="dcterms:W3CDTF">2026-09-03T11:37:16Z</dcterms:created>
  <dcterms:modified xsi:type="dcterms:W3CDTF">2026-09-03T11:37:16Z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[DocID]=75ED7634-A9C2-49A2-8FF6-F42A4DD12760</vt:lpwstr>
  </op:property>
  <op:property fmtid="{D5CDD505-2E9C-101B-9397-08002B2CF9AE}" pid="3" name="_IPGFLOW_P-B70B_E-0_CV-88520CEC_CN-34353AC0">
    <vt:lpwstr>DPFPMK|3|50|1|0</vt:lpwstr>
  </op:property>
  <op:property fmtid="{D5CDD505-2E9C-101B-9397-08002B2CF9AE}" pid="4" name="_IPGFLOW_P-B70B_E-1_FP-1_SP-1_CV-1AFDC9A8_CN-9E2DE500">
    <vt:lpwstr>VR/dYGbzxuJcQVYNUkRvw4K6cNu9LU8iri46DqEro2QWUx+rvSLfThBY6tRBR3cwvZcp2J1frFSiZXBLLXEg3QD1qRw9JXViFmyLOJjrbSNAtjmmtn+zXyeTMu6qBAukNCmlSxL3SeOfR1wD+S4uPo8TWY9fZKjRWSJiaKpDN7z75rVyJHhYWUQiAnV7ybkFZEpoYX1/JLIv9i2TxyVehUAGkdtnewCp74xVkY6hkjAezYd0W99DQpnhM9rk2hl</vt:lpwstr>
  </op:property>
  <op:property fmtid="{D5CDD505-2E9C-101B-9397-08002B2CF9AE}" pid="5" name="_IPGFLOW_P-B70B_E-1_FP-1_SP-2_CV-E5A79E0D_CN-8653EC57">
    <vt:lpwstr>qrkT7Pj0+By2m7jP05bvdXw183Qi/1QPyiNs0JDs5gRDojBOMpbeD88/LlGM6Tui76DKr6kh4Mw8LM9rdmxs3UKE1X8O3DicxzOHnnByloCcywHMV41ev9Ib91t+y01ymaDxE62bAn9uLHhd2HS6MdsVeWaPwXfwBSpIPAtmpq0XVhiyOI9TXliM7s/rSEgDNgYz9Cw8dvI5N+FShpBU6IA==</vt:lpwstr>
  </op:property>
  <op:property fmtid="{D5CDD505-2E9C-101B-9397-08002B2CF9AE}" pid="6" name="_IPGFLOW_P-B70B_E-0_FP-1_CV-ACF98C78_CN-1B8C4EE6">
    <vt:lpwstr>DPSPMK|3|472|2|0</vt:lpwstr>
  </op:property>
</op:Properties>
</file>